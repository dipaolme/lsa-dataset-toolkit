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Avatar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E1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 para personas sordas en dependencias públicas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futuro de la inclusión en dependencias públicas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de Inclusión Digital - COPIDIS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E1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Subsecretaría de Discapacidad | Vicejefatura de Gobierno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sordas enfrentan barreras para realizar trámites en oficinas públicas de CABA.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de intérpretes (no siempre disponibles)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escrita limitada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autonomía para gestiones simples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sistema que permita a personas sordas comunicarse en LSA y recibir asistencia en dependencias públicas.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solución propuesta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AI: Sistema de comunicación bidireccional en Lengua de Señas Argentina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firma ante una cámara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traduce las señas a texto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agente inteligente interpreta la consulta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FFC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avatar responde en LSA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8DE1D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noviembre 2025: Prueba de concepto funcional con vocabulario acotado a trámites frecuentes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 actual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estamos?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completado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técnica identificada (primera investigación argentina de traducción LSA)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Brechas técnicas mapeadas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Alianzas estratégicas en desarrollo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 clave: La tecnología existe. El desafío principal es generar datos de entrenamiento específicos para trámites.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3 brechas a cerrar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C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36576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 alta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existen datos de LSA para vocabulario de trámites.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Relevar videos internos, generar dataset propio.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DE1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14400"/>
            <a:ext cx="2651760" cy="365760"/>
          </a:xfrm>
          <a:prstGeom prst="rect">
            <a:avLst/>
          </a:prstGeom>
          <a:solidFill>
            <a:srgbClr val="00626F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TIEMPO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actual no procesa en streaming.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Optimizar extracción de keypoints para inferencia rápida.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91440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DE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914400"/>
            <a:ext cx="2651760" cy="365760"/>
          </a:xfrm>
          <a:prstGeom prst="rect">
            <a:avLst/>
          </a:prstGeom>
          <a:solidFill>
            <a:srgbClr val="00626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AVATAR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3716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debe responder en LSA, no solo entender.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5603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Investigar soluciones de síntesis de señas.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Alianzas estratégicas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E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005840"/>
          </a:xfrm>
          <a:prstGeom prst="rect">
            <a:avLst/>
          </a:prstGeom>
          <a:solidFill>
            <a:srgbClr val="00626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UNLP (Equipo LSA-T)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Aporte: Metodología de dataset, validación técnica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E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91440" cy="1005840"/>
          </a:xfrm>
          <a:prstGeom prst="rect">
            <a:avLst/>
          </a:prstGeom>
          <a:solidFill>
            <a:srgbClr val="00626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 de la tesis (Juan Bratti)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Aporte: Ajuste del modelo con datos nuevos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8DE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91440" cy="1005840"/>
          </a:xfrm>
          <a:prstGeom prst="rect">
            <a:avLst/>
          </a:prstGeom>
          <a:solidFill>
            <a:srgbClr val="00626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sorda (Consejo Consultivo)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Aporte: Validación del caso de uso, participación en diseño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0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2025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411480"/>
          </a:xfrm>
          <a:prstGeom prst="rect">
            <a:avLst/>
          </a:prstGeom>
          <a:solidFill>
            <a:srgbClr val="00626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 - MAY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E1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Relevar videos internos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Contactar aliados técnicos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Evaluar factibilidad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914400"/>
            <a:ext cx="2011680" cy="411480"/>
          </a:xfrm>
          <a:prstGeom prst="rect">
            <a:avLst/>
          </a:prstGeom>
          <a:solidFill>
            <a:srgbClr val="00626F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- AGO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96312" y="1325880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E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Generar dataset de trámites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87752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Construir pipeline traducción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87752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Investigar solución avatar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411480"/>
          </a:xfrm>
          <a:prstGeom prst="rect">
            <a:avLst/>
          </a:prstGeom>
          <a:solidFill>
            <a:srgbClr val="00626F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- OCT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1325880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DE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Integración de componentes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18304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Pruebas con usuarios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57416" y="914400"/>
            <a:ext cx="2011680" cy="41148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22" name="Text 20"/>
          <p:cNvSpPr/>
          <p:nvPr/>
        </p:nvSpPr>
        <p:spPr>
          <a:xfrm>
            <a:off x="6757416" y="960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0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- DIC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57416" y="1325880"/>
            <a:ext cx="2011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POC funcional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48856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Presentación recursos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046720" cy="0"/>
          </a:xfrm>
          <a:prstGeom prst="line">
            <a:avLst/>
          </a:prstGeom>
          <a:noFill/>
          <a:ln w="38100">
            <a:solidFill>
              <a:srgbClr val="0062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62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8DE1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gracias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AI - Dirección de Inclusión Digital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Avatar AI - Presentación Gestión</dc:title>
  <dc:subject>PptxGenJS Presentation</dc:subject>
  <dc:creator>Matías Di Paola</dc:creator>
  <cp:lastModifiedBy>Matías Di Paola</cp:lastModifiedBy>
  <cp:revision>1</cp:revision>
  <dcterms:created xsi:type="dcterms:W3CDTF">2026-04-08T19:06:28Z</dcterms:created>
  <dcterms:modified xsi:type="dcterms:W3CDTF">2026-04-08T19:06:28Z</dcterms:modified>
</cp:coreProperties>
</file>